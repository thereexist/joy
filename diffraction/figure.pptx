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DFCFC-49DD-4983-9FB7-3180C2B2F4FE}" v="178" dt="2025-04-06T11:34:17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8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o Lee" userId="73d8024af7096dc3" providerId="LiveId" clId="{29CDFCFC-49DD-4983-9FB7-3180C2B2F4FE}"/>
    <pc:docChg chg="undo custSel addSld delSld modSld">
      <pc:chgData name="Minho Lee" userId="73d8024af7096dc3" providerId="LiveId" clId="{29CDFCFC-49DD-4983-9FB7-3180C2B2F4FE}" dt="2025-04-06T11:34:24.158" v="259" actId="47"/>
      <pc:docMkLst>
        <pc:docMk/>
      </pc:docMkLst>
      <pc:sldChg chg="addSp delSp modSp mod">
        <pc:chgData name="Minho Lee" userId="73d8024af7096dc3" providerId="LiveId" clId="{29CDFCFC-49DD-4983-9FB7-3180C2B2F4FE}" dt="2025-04-06T10:52:23.673" v="8" actId="478"/>
        <pc:sldMkLst>
          <pc:docMk/>
          <pc:sldMk cId="1923447553" sldId="256"/>
        </pc:sldMkLst>
        <pc:cxnChg chg="add del mod">
          <ac:chgData name="Minho Lee" userId="73d8024af7096dc3" providerId="LiveId" clId="{29CDFCFC-49DD-4983-9FB7-3180C2B2F4FE}" dt="2025-04-06T10:52:23.673" v="8" actId="478"/>
          <ac:cxnSpMkLst>
            <pc:docMk/>
            <pc:sldMk cId="1923447553" sldId="256"/>
            <ac:cxnSpMk id="48" creationId="{6DBCD9DA-2523-AA2F-2091-F81D5FF9D2E4}"/>
          </ac:cxnSpMkLst>
        </pc:cxnChg>
      </pc:sldChg>
      <pc:sldChg chg="addSp delSp modSp del mod">
        <pc:chgData name="Minho Lee" userId="73d8024af7096dc3" providerId="LiveId" clId="{29CDFCFC-49DD-4983-9FB7-3180C2B2F4FE}" dt="2025-04-06T11:34:24.158" v="259" actId="47"/>
        <pc:sldMkLst>
          <pc:docMk/>
          <pc:sldMk cId="3748518532" sldId="257"/>
        </pc:sldMkLst>
        <pc:spChg chg="mod">
          <ac:chgData name="Minho Lee" userId="73d8024af7096dc3" providerId="LiveId" clId="{29CDFCFC-49DD-4983-9FB7-3180C2B2F4FE}" dt="2025-04-06T11:25:37.263" v="119" actId="1076"/>
          <ac:spMkLst>
            <pc:docMk/>
            <pc:sldMk cId="3748518532" sldId="257"/>
            <ac:spMk id="5" creationId="{928AD35C-6AEA-6446-96F3-00E19CD1E4B9}"/>
          </ac:spMkLst>
        </pc:spChg>
        <pc:spChg chg="mod">
          <ac:chgData name="Minho Lee" userId="73d8024af7096dc3" providerId="LiveId" clId="{29CDFCFC-49DD-4983-9FB7-3180C2B2F4FE}" dt="2025-04-06T11:25:34.771" v="118" actId="1076"/>
          <ac:spMkLst>
            <pc:docMk/>
            <pc:sldMk cId="3748518532" sldId="257"/>
            <ac:spMk id="6" creationId="{AA9AB7E9-370D-C43D-81E6-62631F073A88}"/>
          </ac:spMkLst>
        </pc:spChg>
        <pc:spChg chg="add mod">
          <ac:chgData name="Minho Lee" userId="73d8024af7096dc3" providerId="LiveId" clId="{29CDFCFC-49DD-4983-9FB7-3180C2B2F4FE}" dt="2025-04-06T11:30:43.308" v="215" actId="1076"/>
          <ac:spMkLst>
            <pc:docMk/>
            <pc:sldMk cId="3748518532" sldId="257"/>
            <ac:spMk id="7" creationId="{C471ECDB-0503-DC67-15BA-A82153290D6D}"/>
          </ac:spMkLst>
        </pc:spChg>
        <pc:spChg chg="add mod">
          <ac:chgData name="Minho Lee" userId="73d8024af7096dc3" providerId="LiveId" clId="{29CDFCFC-49DD-4983-9FB7-3180C2B2F4FE}" dt="2025-04-06T11:29:27.761" v="196" actId="403"/>
          <ac:spMkLst>
            <pc:docMk/>
            <pc:sldMk cId="3748518532" sldId="257"/>
            <ac:spMk id="8" creationId="{6C452282-D179-1D84-013E-6A270AC3A5D4}"/>
          </ac:spMkLst>
        </pc:spChg>
        <pc:picChg chg="mod">
          <ac:chgData name="Minho Lee" userId="73d8024af7096dc3" providerId="LiveId" clId="{29CDFCFC-49DD-4983-9FB7-3180C2B2F4FE}" dt="2025-04-06T11:28:58.020" v="139" actId="1076"/>
          <ac:picMkLst>
            <pc:docMk/>
            <pc:sldMk cId="3748518532" sldId="257"/>
            <ac:picMk id="2" creationId="{ADC1B7E7-E53F-6306-0FC5-4A568652BC21}"/>
          </ac:picMkLst>
        </pc:picChg>
        <pc:picChg chg="del">
          <ac:chgData name="Minho Lee" userId="73d8024af7096dc3" providerId="LiveId" clId="{29CDFCFC-49DD-4983-9FB7-3180C2B2F4FE}" dt="2025-04-06T11:15:36.390" v="113" actId="478"/>
          <ac:picMkLst>
            <pc:docMk/>
            <pc:sldMk cId="3748518532" sldId="257"/>
            <ac:picMk id="1028" creationId="{93A4CB60-B2ED-675D-BD17-1169D39D6F9B}"/>
          </ac:picMkLst>
        </pc:picChg>
        <pc:picChg chg="add mod">
          <ac:chgData name="Minho Lee" userId="73d8024af7096dc3" providerId="LiveId" clId="{29CDFCFC-49DD-4983-9FB7-3180C2B2F4FE}" dt="2025-04-06T11:15:39.006" v="115" actId="1076"/>
          <ac:picMkLst>
            <pc:docMk/>
            <pc:sldMk cId="3748518532" sldId="257"/>
            <ac:picMk id="1030" creationId="{28FD9297-79D3-4B8E-EDD5-F3734A561050}"/>
          </ac:picMkLst>
        </pc:picChg>
      </pc:sldChg>
      <pc:sldChg chg="addSp delSp modSp add mod">
        <pc:chgData name="Minho Lee" userId="73d8024af7096dc3" providerId="LiveId" clId="{29CDFCFC-49DD-4983-9FB7-3180C2B2F4FE}" dt="2025-04-06T10:59:16.440" v="112" actId="1076"/>
        <pc:sldMkLst>
          <pc:docMk/>
          <pc:sldMk cId="2458319339" sldId="258"/>
        </pc:sldMkLst>
        <pc:spChg chg="mod topLvl">
          <ac:chgData name="Minho Lee" userId="73d8024af7096dc3" providerId="LiveId" clId="{29CDFCFC-49DD-4983-9FB7-3180C2B2F4FE}" dt="2025-04-06T10:58:08.876" v="87" actId="165"/>
          <ac:spMkLst>
            <pc:docMk/>
            <pc:sldMk cId="2458319339" sldId="258"/>
            <ac:spMk id="4" creationId="{09BE428D-7A62-9E6C-8B87-5A5A4C449AFF}"/>
          </ac:spMkLst>
        </pc:spChg>
        <pc:spChg chg="add mod topLvl">
          <ac:chgData name="Minho Lee" userId="73d8024af7096dc3" providerId="LiveId" clId="{29CDFCFC-49DD-4983-9FB7-3180C2B2F4FE}" dt="2025-04-06T10:58:16.316" v="88" actId="1076"/>
          <ac:spMkLst>
            <pc:docMk/>
            <pc:sldMk cId="2458319339" sldId="258"/>
            <ac:spMk id="8" creationId="{FAB0589A-6E9D-9B8F-F200-56EBE2557CF1}"/>
          </ac:spMkLst>
        </pc:spChg>
        <pc:spChg chg="add mod topLvl">
          <ac:chgData name="Minho Lee" userId="73d8024af7096dc3" providerId="LiveId" clId="{29CDFCFC-49DD-4983-9FB7-3180C2B2F4FE}" dt="2025-04-06T10:58:19.507" v="89" actId="1076"/>
          <ac:spMkLst>
            <pc:docMk/>
            <pc:sldMk cId="2458319339" sldId="258"/>
            <ac:spMk id="9" creationId="{C5206B31-B746-9BC0-FE38-035D59CE5570}"/>
          </ac:spMkLst>
        </pc:spChg>
        <pc:spChg chg="add mod topLvl">
          <ac:chgData name="Minho Lee" userId="73d8024af7096dc3" providerId="LiveId" clId="{29CDFCFC-49DD-4983-9FB7-3180C2B2F4FE}" dt="2025-04-06T10:58:22.147" v="90" actId="1076"/>
          <ac:spMkLst>
            <pc:docMk/>
            <pc:sldMk cId="2458319339" sldId="258"/>
            <ac:spMk id="11" creationId="{46DD4D85-7394-208B-2097-5E1C9DA4C8B2}"/>
          </ac:spMkLst>
        </pc:spChg>
        <pc:spChg chg="add mod topLvl">
          <ac:chgData name="Minho Lee" userId="73d8024af7096dc3" providerId="LiveId" clId="{29CDFCFC-49DD-4983-9FB7-3180C2B2F4FE}" dt="2025-04-06T10:58:47.440" v="97" actId="1076"/>
          <ac:spMkLst>
            <pc:docMk/>
            <pc:sldMk cId="2458319339" sldId="258"/>
            <ac:spMk id="12" creationId="{72397F7C-906F-A743-5260-C1ED665486DA}"/>
          </ac:spMkLst>
        </pc:spChg>
        <pc:spChg chg="add mod topLvl">
          <ac:chgData name="Minho Lee" userId="73d8024af7096dc3" providerId="LiveId" clId="{29CDFCFC-49DD-4983-9FB7-3180C2B2F4FE}" dt="2025-04-06T10:58:50.290" v="98" actId="1076"/>
          <ac:spMkLst>
            <pc:docMk/>
            <pc:sldMk cId="2458319339" sldId="258"/>
            <ac:spMk id="13" creationId="{C6E21A7C-F11A-7D40-06AA-B4E6CDD89962}"/>
          </ac:spMkLst>
        </pc:spChg>
        <pc:spChg chg="del">
          <ac:chgData name="Minho Lee" userId="73d8024af7096dc3" providerId="LiveId" clId="{29CDFCFC-49DD-4983-9FB7-3180C2B2F4FE}" dt="2025-04-06T10:54:17.252" v="29" actId="478"/>
          <ac:spMkLst>
            <pc:docMk/>
            <pc:sldMk cId="2458319339" sldId="258"/>
            <ac:spMk id="25" creationId="{6F50499B-E6BA-1D2B-5E56-AF5C7072955C}"/>
          </ac:spMkLst>
        </pc:spChg>
        <pc:spChg chg="del">
          <ac:chgData name="Minho Lee" userId="73d8024af7096dc3" providerId="LiveId" clId="{29CDFCFC-49DD-4983-9FB7-3180C2B2F4FE}" dt="2025-04-06T10:52:34.987" v="10" actId="478"/>
          <ac:spMkLst>
            <pc:docMk/>
            <pc:sldMk cId="2458319339" sldId="258"/>
            <ac:spMk id="26" creationId="{4C75D261-B7C3-2C1E-CB03-CAFF5E7E364F}"/>
          </ac:spMkLst>
        </pc:spChg>
        <pc:spChg chg="mod topLvl">
          <ac:chgData name="Minho Lee" userId="73d8024af7096dc3" providerId="LiveId" clId="{29CDFCFC-49DD-4983-9FB7-3180C2B2F4FE}" dt="2025-04-06T10:59:06.637" v="110" actId="1035"/>
          <ac:spMkLst>
            <pc:docMk/>
            <pc:sldMk cId="2458319339" sldId="258"/>
            <ac:spMk id="27" creationId="{31C10889-4E3A-4A42-D317-ED07DC985C04}"/>
          </ac:spMkLst>
        </pc:spChg>
        <pc:spChg chg="del">
          <ac:chgData name="Minho Lee" userId="73d8024af7096dc3" providerId="LiveId" clId="{29CDFCFC-49DD-4983-9FB7-3180C2B2F4FE}" dt="2025-04-06T10:52:34.987" v="10" actId="478"/>
          <ac:spMkLst>
            <pc:docMk/>
            <pc:sldMk cId="2458319339" sldId="258"/>
            <ac:spMk id="28" creationId="{035B295A-86A9-F956-ADF4-DAC6D1037FA0}"/>
          </ac:spMkLst>
        </pc:spChg>
        <pc:spChg chg="del">
          <ac:chgData name="Minho Lee" userId="73d8024af7096dc3" providerId="LiveId" clId="{29CDFCFC-49DD-4983-9FB7-3180C2B2F4FE}" dt="2025-04-06T10:54:17.252" v="29" actId="478"/>
          <ac:spMkLst>
            <pc:docMk/>
            <pc:sldMk cId="2458319339" sldId="258"/>
            <ac:spMk id="30" creationId="{2939BF62-B104-D445-1B26-216A24AECBED}"/>
          </ac:spMkLst>
        </pc:spChg>
        <pc:spChg chg="mod topLvl">
          <ac:chgData name="Minho Lee" userId="73d8024af7096dc3" providerId="LiveId" clId="{29CDFCFC-49DD-4983-9FB7-3180C2B2F4FE}" dt="2025-04-06T10:59:16.440" v="112" actId="1076"/>
          <ac:spMkLst>
            <pc:docMk/>
            <pc:sldMk cId="2458319339" sldId="258"/>
            <ac:spMk id="31" creationId="{E3253636-2E5C-8527-5123-64250BE8252F}"/>
          </ac:spMkLst>
        </pc:spChg>
        <pc:spChg chg="mod topLvl">
          <ac:chgData name="Minho Lee" userId="73d8024af7096dc3" providerId="LiveId" clId="{29CDFCFC-49DD-4983-9FB7-3180C2B2F4FE}" dt="2025-04-06T10:58:08.876" v="87" actId="165"/>
          <ac:spMkLst>
            <pc:docMk/>
            <pc:sldMk cId="2458319339" sldId="258"/>
            <ac:spMk id="39" creationId="{BC06B418-1AA1-C8B5-8F90-17308CCC027D}"/>
          </ac:spMkLst>
        </pc:spChg>
        <pc:spChg chg="mod topLvl">
          <ac:chgData name="Minho Lee" userId="73d8024af7096dc3" providerId="LiveId" clId="{29CDFCFC-49DD-4983-9FB7-3180C2B2F4FE}" dt="2025-04-06T10:58:08.876" v="87" actId="165"/>
          <ac:spMkLst>
            <pc:docMk/>
            <pc:sldMk cId="2458319339" sldId="258"/>
            <ac:spMk id="40" creationId="{10D60D82-D514-F15B-71B8-A3EDFB19076F}"/>
          </ac:spMkLst>
        </pc:spChg>
        <pc:spChg chg="del">
          <ac:chgData name="Minho Lee" userId="73d8024af7096dc3" providerId="LiveId" clId="{29CDFCFC-49DD-4983-9FB7-3180C2B2F4FE}" dt="2025-04-06T10:57:19.751" v="62" actId="478"/>
          <ac:spMkLst>
            <pc:docMk/>
            <pc:sldMk cId="2458319339" sldId="258"/>
            <ac:spMk id="41" creationId="{A6CA17C1-66D0-89EC-21E1-2C6CD8C93CCA}"/>
          </ac:spMkLst>
        </pc:spChg>
        <pc:spChg chg="del">
          <ac:chgData name="Minho Lee" userId="73d8024af7096dc3" providerId="LiveId" clId="{29CDFCFC-49DD-4983-9FB7-3180C2B2F4FE}" dt="2025-04-06T10:57:18.176" v="61" actId="478"/>
          <ac:spMkLst>
            <pc:docMk/>
            <pc:sldMk cId="2458319339" sldId="258"/>
            <ac:spMk id="42" creationId="{190EE4FE-A054-03BC-26E5-02BCD7143711}"/>
          </ac:spMkLst>
        </pc:spChg>
        <pc:spChg chg="del">
          <ac:chgData name="Minho Lee" userId="73d8024af7096dc3" providerId="LiveId" clId="{29CDFCFC-49DD-4983-9FB7-3180C2B2F4FE}" dt="2025-04-06T10:57:15.236" v="60" actId="478"/>
          <ac:spMkLst>
            <pc:docMk/>
            <pc:sldMk cId="2458319339" sldId="258"/>
            <ac:spMk id="43" creationId="{7BE972CF-43FA-4BA7-AC23-571351CC5CD3}"/>
          </ac:spMkLst>
        </pc:spChg>
        <pc:spChg chg="del">
          <ac:chgData name="Minho Lee" userId="73d8024af7096dc3" providerId="LiveId" clId="{29CDFCFC-49DD-4983-9FB7-3180C2B2F4FE}" dt="2025-04-06T10:52:40.720" v="11" actId="478"/>
          <ac:spMkLst>
            <pc:docMk/>
            <pc:sldMk cId="2458319339" sldId="258"/>
            <ac:spMk id="44" creationId="{036F5858-078F-80AF-CC73-853C89C06964}"/>
          </ac:spMkLst>
        </pc:spChg>
        <pc:spChg chg="del">
          <ac:chgData name="Minho Lee" userId="73d8024af7096dc3" providerId="LiveId" clId="{29CDFCFC-49DD-4983-9FB7-3180C2B2F4FE}" dt="2025-04-06T10:52:40.720" v="11" actId="478"/>
          <ac:spMkLst>
            <pc:docMk/>
            <pc:sldMk cId="2458319339" sldId="258"/>
            <ac:spMk id="45" creationId="{879478D3-52D1-EB01-CAB5-8512B8DCE4D6}"/>
          </ac:spMkLst>
        </pc:spChg>
        <pc:spChg chg="del">
          <ac:chgData name="Minho Lee" userId="73d8024af7096dc3" providerId="LiveId" clId="{29CDFCFC-49DD-4983-9FB7-3180C2B2F4FE}" dt="2025-04-06T10:52:40.720" v="11" actId="478"/>
          <ac:spMkLst>
            <pc:docMk/>
            <pc:sldMk cId="2458319339" sldId="258"/>
            <ac:spMk id="47" creationId="{71207B69-49FB-8625-B89E-66EAE5CD0A0E}"/>
          </ac:spMkLst>
        </pc:spChg>
        <pc:grpChg chg="mod">
          <ac:chgData name="Minho Lee" userId="73d8024af7096dc3" providerId="LiveId" clId="{29CDFCFC-49DD-4983-9FB7-3180C2B2F4FE}" dt="2025-04-06T10:58:07.035" v="86" actId="14100"/>
          <ac:grpSpMkLst>
            <pc:docMk/>
            <pc:sldMk cId="2458319339" sldId="258"/>
            <ac:grpSpMk id="14" creationId="{9E39064B-B014-7441-1583-C641B5CEE2CF}"/>
          </ac:grpSpMkLst>
        </pc:grpChg>
        <pc:cxnChg chg="add mod">
          <ac:chgData name="Minho Lee" userId="73d8024af7096dc3" providerId="LiveId" clId="{29CDFCFC-49DD-4983-9FB7-3180C2B2F4FE}" dt="2025-04-06T10:56:16.879" v="49" actId="1036"/>
          <ac:cxnSpMkLst>
            <pc:docMk/>
            <pc:sldMk cId="2458319339" sldId="258"/>
            <ac:cxnSpMk id="2" creationId="{54D7265C-64A9-05B7-C29B-5E92046946F1}"/>
          </ac:cxnSpMkLst>
        </pc:cxnChg>
        <pc:cxnChg chg="add mod">
          <ac:chgData name="Minho Lee" userId="73d8024af7096dc3" providerId="LiveId" clId="{29CDFCFC-49DD-4983-9FB7-3180C2B2F4FE}" dt="2025-04-06T10:56:10.164" v="48" actId="1582"/>
          <ac:cxnSpMkLst>
            <pc:docMk/>
            <pc:sldMk cId="2458319339" sldId="258"/>
            <ac:cxnSpMk id="5" creationId="{71489218-3660-770F-3193-36F6F743ABD0}"/>
          </ac:cxnSpMkLst>
        </pc:cxnChg>
        <pc:cxnChg chg="mod">
          <ac:chgData name="Minho Lee" userId="73d8024af7096dc3" providerId="LiveId" clId="{29CDFCFC-49DD-4983-9FB7-3180C2B2F4FE}" dt="2025-04-06T10:57:05.376" v="58" actId="1076"/>
          <ac:cxnSpMkLst>
            <pc:docMk/>
            <pc:sldMk cId="2458319339" sldId="258"/>
            <ac:cxnSpMk id="6" creationId="{340C0D78-818B-E909-5106-EE1EDFE2D164}"/>
          </ac:cxnSpMkLst>
        </pc:cxnChg>
        <pc:cxnChg chg="mod">
          <ac:chgData name="Minho Lee" userId="73d8024af7096dc3" providerId="LiveId" clId="{29CDFCFC-49DD-4983-9FB7-3180C2B2F4FE}" dt="2025-04-06T10:57:05.376" v="58" actId="1076"/>
          <ac:cxnSpMkLst>
            <pc:docMk/>
            <pc:sldMk cId="2458319339" sldId="258"/>
            <ac:cxnSpMk id="7" creationId="{98044975-84BA-D3F3-1CB6-80487C9992BE}"/>
          </ac:cxnSpMkLst>
        </pc:cxnChg>
        <pc:cxnChg chg="mod">
          <ac:chgData name="Minho Lee" userId="73d8024af7096dc3" providerId="LiveId" clId="{29CDFCFC-49DD-4983-9FB7-3180C2B2F4FE}" dt="2025-04-06T10:58:40.921" v="96" actId="14100"/>
          <ac:cxnSpMkLst>
            <pc:docMk/>
            <pc:sldMk cId="2458319339" sldId="258"/>
            <ac:cxnSpMk id="19" creationId="{7DD40199-2533-A654-9637-03D41B034848}"/>
          </ac:cxnSpMkLst>
        </pc:cxnChg>
      </pc:sldChg>
      <pc:sldChg chg="addSp modSp new mod">
        <pc:chgData name="Minho Lee" userId="73d8024af7096dc3" providerId="LiveId" clId="{29CDFCFC-49DD-4983-9FB7-3180C2B2F4FE}" dt="2025-04-06T11:34:17.670" v="258" actId="20577"/>
        <pc:sldMkLst>
          <pc:docMk/>
          <pc:sldMk cId="2815963997" sldId="259"/>
        </pc:sldMkLst>
        <pc:spChg chg="add mod">
          <ac:chgData name="Minho Lee" userId="73d8024af7096dc3" providerId="LiveId" clId="{29CDFCFC-49DD-4983-9FB7-3180C2B2F4FE}" dt="2025-04-06T11:31:55.797" v="223" actId="6549"/>
          <ac:spMkLst>
            <pc:docMk/>
            <pc:sldMk cId="2815963997" sldId="259"/>
            <ac:spMk id="3" creationId="{DFDCD4EA-070B-B183-ED40-0D7D54CBFA3C}"/>
          </ac:spMkLst>
        </pc:spChg>
        <pc:spChg chg="add mod">
          <ac:chgData name="Minho Lee" userId="73d8024af7096dc3" providerId="LiveId" clId="{29CDFCFC-49DD-4983-9FB7-3180C2B2F4FE}" dt="2025-04-06T11:33:02.766" v="230" actId="20577"/>
          <ac:spMkLst>
            <pc:docMk/>
            <pc:sldMk cId="2815963997" sldId="259"/>
            <ac:spMk id="4" creationId="{262350BE-54D7-92BB-59E8-8E4EF2A11140}"/>
          </ac:spMkLst>
        </pc:spChg>
        <pc:spChg chg="add mod">
          <ac:chgData name="Minho Lee" userId="73d8024af7096dc3" providerId="LiveId" clId="{29CDFCFC-49DD-4983-9FB7-3180C2B2F4FE}" dt="2025-04-06T11:33:59.314" v="252" actId="6549"/>
          <ac:spMkLst>
            <pc:docMk/>
            <pc:sldMk cId="2815963997" sldId="259"/>
            <ac:spMk id="5" creationId="{B5FCAC4D-1279-5B84-D3E5-C4B62718030F}"/>
          </ac:spMkLst>
        </pc:spChg>
        <pc:spChg chg="add mod">
          <ac:chgData name="Minho Lee" userId="73d8024af7096dc3" providerId="LiveId" clId="{29CDFCFC-49DD-4983-9FB7-3180C2B2F4FE}" dt="2025-04-06T11:34:17.670" v="258" actId="20577"/>
          <ac:spMkLst>
            <pc:docMk/>
            <pc:sldMk cId="2815963997" sldId="259"/>
            <ac:spMk id="6" creationId="{E4F5AE87-EDF8-AAF2-2E24-883CC0A4FD94}"/>
          </ac:spMkLst>
        </pc:spChg>
        <pc:spChg chg="add mod">
          <ac:chgData name="Minho Lee" userId="73d8024af7096dc3" providerId="LiveId" clId="{29CDFCFC-49DD-4983-9FB7-3180C2B2F4FE}" dt="2025-04-06T11:32:26.689" v="228"/>
          <ac:spMkLst>
            <pc:docMk/>
            <pc:sldMk cId="2815963997" sldId="259"/>
            <ac:spMk id="7" creationId="{B9E7A86A-4246-F4BE-EB38-4070FD1DE322}"/>
          </ac:spMkLst>
        </pc:spChg>
        <pc:picChg chg="add mod">
          <ac:chgData name="Minho Lee" userId="73d8024af7096dc3" providerId="LiveId" clId="{29CDFCFC-49DD-4983-9FB7-3180C2B2F4FE}" dt="2025-04-06T11:33:39.711" v="251" actId="1076"/>
          <ac:picMkLst>
            <pc:docMk/>
            <pc:sldMk cId="2815963997" sldId="259"/>
            <ac:picMk id="2050" creationId="{32048B28-8306-CFB2-BFB0-F31AD78557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5CF0D-3E08-D743-9F79-7033DC99B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5DB8DD-64FB-E5A0-2282-C27E46B15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6B0AE-C88F-66FF-9387-35B8354F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4EF4F-3B4D-797A-B3D3-2D989FA8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85A81D-BB25-E10C-6B94-2C41D429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8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19785-527E-9CED-54E0-C21F5B35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A01A8-75AB-DE46-3B19-17DC058F8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38F89-0262-8991-DCF2-B826F8C6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F16B88-83BF-6077-7CB5-09044994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860F1C-7AAA-6246-B74B-B5044AC8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323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3D6FE-BB50-90D9-D2E0-DA006223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2181C7-3E8C-C1A7-36A6-E619E1C35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ED0308-1853-4321-D2A8-DF17AA6F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8930-FF68-AE72-F979-DC629ECA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E3B9CD-1DFA-334F-6D18-515A221D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54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114C3-E599-41FD-8763-F6E31F44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A3C2F6-628E-32BC-39DA-BE20585ED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0FA183-57DE-2D61-D172-8F1AB2AE6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8DCE21-8FBC-13C4-1208-3275D297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1008AE-0347-4279-CA37-2FCD9C5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F55B-84C6-04B9-4D45-D594688B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77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6235B-F1EE-408F-DD85-FBF3511E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C75741-0580-9170-CAB3-ED3ADC610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B3F04F-88DE-94C7-735D-DF6C77EC8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89D151-13B7-C48E-BBA9-89FE8E592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C760D3-4754-0F91-81AA-82B5B1A96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C8D6E6-934F-3A6D-09ED-8238AC0C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594047-4E16-9AF8-83B0-69E8C843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76CA57-ADDD-C617-B24C-0075D575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99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12BA0-54D5-451B-91D7-45FA8205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549AAC-7CED-96FD-45F0-5C6FE6EB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933429-B115-D8AA-4B00-3E7A55A1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5ED511-F8D1-4B39-C367-F7959F3F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59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E8A75F-4AB1-DDBF-9A82-5BCE8E53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9C6221-0A87-F632-BEEB-E64F8987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F866C9-71F6-9126-5BE7-BDAA3306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6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F54F6-97A3-27BE-368B-92E209B5C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AF2A89-9676-E50D-3FA7-4AAB8F7D9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395D4A-8DFE-A394-3057-5B39BA216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E5B26C-7718-6894-AD14-AA3E9DC9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DACB70-8C92-6C1B-2DD0-FB1AC5FA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C4758A-5023-2189-7B47-6E413542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32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072F0-D0DE-8A40-7285-96B116FA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F363A2-F81C-1700-F8E1-C65E4E826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935B3F-C0DE-35A9-4A8A-1909DB09D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360ED9-FEAA-D861-7FA6-D93B9D16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C9EA3A-71B3-3DD1-7CD4-902CCF7C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0B86C-4DF0-31FE-F27B-75A87C83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3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C0299-B182-6770-7942-3EDD6F33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B8242F-976F-0579-F2F5-C1D2D6467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E21B6-6C45-8486-2FD0-AEEB6734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255ADC-443D-2EC0-E660-43C632B0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1B0BBE-93CE-9A43-F99E-7729E36B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33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3433B6-DB88-890C-6854-7FECE513AA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5E6FF3-ADA6-218D-7219-18DF3B145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A687A-89CC-822A-CFE1-2EFBEF30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3CA7C-AEB3-20B3-E74F-4E4A399EE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A6695-8284-742B-4E76-17A43B19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4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985C77-B248-FCBB-141C-FAEF74D4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D7EBA9-B408-F17E-3829-8903793FD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DE3B02-A091-6D77-8DC8-86B8DD883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71CF4-91B1-47EE-B860-E9F3218D2669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0420D4-8F95-3B5B-2C6C-7E1527085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DA9172-9845-ACEF-CD3C-1374329FF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2C9DE-FD07-4C41-B028-0A011FB3F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38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imadzu.com/opt/guide/diffraction/02.html" TargetMode="External"/><Relationship Id="rId7" Type="http://schemas.openxmlformats.org/officeDocument/2006/relationships/image" Target="../media/image30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E17A4A51-225C-1F79-B176-1E971D8736DB}"/>
              </a:ext>
            </a:extLst>
          </p:cNvPr>
          <p:cNvSpPr/>
          <p:nvPr/>
        </p:nvSpPr>
        <p:spPr>
          <a:xfrm>
            <a:off x="2932107" y="142460"/>
            <a:ext cx="5499521" cy="4740966"/>
          </a:xfrm>
          <a:prstGeom prst="triangle">
            <a:avLst/>
          </a:prstGeom>
          <a:solidFill>
            <a:schemeClr val="accent1">
              <a:alpha val="41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F3C5FD9-BC3F-8A72-CBC5-72AE57819319}"/>
              </a:ext>
            </a:extLst>
          </p:cNvPr>
          <p:cNvCxnSpPr>
            <a:endCxn id="4" idx="1"/>
          </p:cNvCxnSpPr>
          <p:nvPr/>
        </p:nvCxnSpPr>
        <p:spPr>
          <a:xfrm flipV="1">
            <a:off x="0" y="2512944"/>
            <a:ext cx="4306987" cy="1057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37B21F7-7618-C673-6146-A9E9991C09AF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4306987" y="2512943"/>
            <a:ext cx="2843655" cy="1769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4DD34DE-EC93-9969-57B1-66910FB22A2C}"/>
              </a:ext>
            </a:extLst>
          </p:cNvPr>
          <p:cNvCxnSpPr>
            <a:cxnSpLocks/>
          </p:cNvCxnSpPr>
          <p:nvPr/>
        </p:nvCxnSpPr>
        <p:spPr>
          <a:xfrm>
            <a:off x="7118744" y="2680701"/>
            <a:ext cx="5091070" cy="211884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CA50C27-D0D2-2013-2598-64E1E941BEE1}"/>
              </a:ext>
            </a:extLst>
          </p:cNvPr>
          <p:cNvCxnSpPr>
            <a:cxnSpLocks/>
          </p:cNvCxnSpPr>
          <p:nvPr/>
        </p:nvCxnSpPr>
        <p:spPr>
          <a:xfrm>
            <a:off x="3661689" y="2121183"/>
            <a:ext cx="1268917" cy="7162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FAD079-A31C-DC57-49FB-3CC898E67467}"/>
              </a:ext>
            </a:extLst>
          </p:cNvPr>
          <p:cNvCxnSpPr>
            <a:cxnSpLocks/>
          </p:cNvCxnSpPr>
          <p:nvPr/>
        </p:nvCxnSpPr>
        <p:spPr>
          <a:xfrm flipH="1">
            <a:off x="6618468" y="2394422"/>
            <a:ext cx="1040266" cy="5966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179F7E-12CF-5801-8706-E4685A721A70}"/>
                  </a:ext>
                </a:extLst>
              </p:cNvPr>
              <p:cNvSpPr txBox="1"/>
              <p:nvPr/>
            </p:nvSpPr>
            <p:spPr>
              <a:xfrm>
                <a:off x="3437523" y="2262653"/>
                <a:ext cx="448333" cy="406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179F7E-12CF-5801-8706-E4685A72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523" y="2262653"/>
                <a:ext cx="448333" cy="406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B323F4-32B0-EEF6-DCE1-52115185F9D5}"/>
                  </a:ext>
                </a:extLst>
              </p:cNvPr>
              <p:cNvSpPr txBox="1"/>
              <p:nvPr/>
            </p:nvSpPr>
            <p:spPr>
              <a:xfrm>
                <a:off x="4838525" y="2554883"/>
                <a:ext cx="456146" cy="406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B323F4-32B0-EEF6-DCE1-52115185F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525" y="2554883"/>
                <a:ext cx="456146" cy="406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4826A8-AD27-19C1-2001-85B0CA183CB0}"/>
                  </a:ext>
                </a:extLst>
              </p:cNvPr>
              <p:cNvSpPr txBox="1"/>
              <p:nvPr/>
            </p:nvSpPr>
            <p:spPr>
              <a:xfrm>
                <a:off x="4265023" y="2121183"/>
                <a:ext cx="1364294" cy="406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4826A8-AD27-19C1-2001-85B0CA18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023" y="2121183"/>
                <a:ext cx="1364294" cy="4065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11AD81-9BC7-8306-43B8-2FDBDD19AB71}"/>
                  </a:ext>
                </a:extLst>
              </p:cNvPr>
              <p:cNvSpPr txBox="1"/>
              <p:nvPr/>
            </p:nvSpPr>
            <p:spPr>
              <a:xfrm>
                <a:off x="5370132" y="658179"/>
                <a:ext cx="623469" cy="406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11AD81-9BC7-8306-43B8-2FDBDD19A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132" y="658179"/>
                <a:ext cx="623469" cy="4065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3D36AD8-2E44-0DE8-90D8-9D29AFADB594}"/>
                  </a:ext>
                </a:extLst>
              </p:cNvPr>
              <p:cNvSpPr txBox="1"/>
              <p:nvPr/>
            </p:nvSpPr>
            <p:spPr>
              <a:xfrm>
                <a:off x="5856961" y="2232213"/>
                <a:ext cx="1364294" cy="406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3D36AD8-2E44-0DE8-90D8-9D29AFADB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961" y="2232213"/>
                <a:ext cx="1364294" cy="4065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6B0D19-DC34-6421-3CA9-210214EDA1E3}"/>
                  </a:ext>
                </a:extLst>
              </p:cNvPr>
              <p:cNvSpPr txBox="1"/>
              <p:nvPr/>
            </p:nvSpPr>
            <p:spPr>
              <a:xfrm>
                <a:off x="5617320" y="2669202"/>
                <a:ext cx="9295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6B0D19-DC34-6421-3CA9-210214EDA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320" y="2669202"/>
                <a:ext cx="929550" cy="276999"/>
              </a:xfrm>
              <a:prstGeom prst="rect">
                <a:avLst/>
              </a:prstGeom>
              <a:blipFill>
                <a:blip r:embed="rId7"/>
                <a:stretch>
                  <a:fillRect l="-3922" r="-65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BA7A60-1EE1-3E45-E87D-9431A7FDF997}"/>
                  </a:ext>
                </a:extLst>
              </p:cNvPr>
              <p:cNvSpPr txBox="1"/>
              <p:nvPr/>
            </p:nvSpPr>
            <p:spPr>
              <a:xfrm>
                <a:off x="7639519" y="2523097"/>
                <a:ext cx="310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BA7A60-1EE1-3E45-E87D-9431A7FDF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519" y="2523097"/>
                <a:ext cx="310790" cy="276999"/>
              </a:xfrm>
              <a:prstGeom prst="rect">
                <a:avLst/>
              </a:prstGeom>
              <a:blipFill>
                <a:blip r:embed="rId8"/>
                <a:stretch>
                  <a:fillRect l="-11765" r="-392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16FDC4-7CCB-AB63-0AA4-0216F9552663}"/>
                  </a:ext>
                </a:extLst>
              </p:cNvPr>
              <p:cNvSpPr txBox="1"/>
              <p:nvPr/>
            </p:nvSpPr>
            <p:spPr>
              <a:xfrm>
                <a:off x="3262387" y="4411418"/>
                <a:ext cx="623469" cy="406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16FDC4-7CCB-AB63-0AA4-0216F9552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387" y="4411418"/>
                <a:ext cx="623469" cy="4065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FD1D74C-6BAA-1D0F-18BE-5FEA2C365D48}"/>
                  </a:ext>
                </a:extLst>
              </p:cNvPr>
              <p:cNvSpPr txBox="1"/>
              <p:nvPr/>
            </p:nvSpPr>
            <p:spPr>
              <a:xfrm>
                <a:off x="7658225" y="4518816"/>
                <a:ext cx="623469" cy="406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FD1D74C-6BAA-1D0F-18BE-5FEA2C365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225" y="4518816"/>
                <a:ext cx="623469" cy="4065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CC13D56-8E33-79D1-85C8-E2B16582EA6C}"/>
                  </a:ext>
                </a:extLst>
              </p:cNvPr>
              <p:cNvSpPr txBox="1"/>
              <p:nvPr/>
            </p:nvSpPr>
            <p:spPr>
              <a:xfrm>
                <a:off x="2153493" y="1425848"/>
                <a:ext cx="56060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CC13D56-8E33-79D1-85C8-E2B16582E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493" y="1425848"/>
                <a:ext cx="56060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46CCDF-27A0-F5C8-7725-1C0A37B5DACA}"/>
                  </a:ext>
                </a:extLst>
              </p:cNvPr>
              <p:cNvSpPr txBox="1"/>
              <p:nvPr/>
            </p:nvSpPr>
            <p:spPr>
              <a:xfrm>
                <a:off x="5461198" y="1402249"/>
                <a:ext cx="57009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46CCDF-27A0-F5C8-7725-1C0A37B5D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198" y="1402249"/>
                <a:ext cx="570092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DFD478-7362-A618-0211-84112F3F3908}"/>
                  </a:ext>
                </a:extLst>
              </p:cNvPr>
              <p:cNvSpPr txBox="1"/>
              <p:nvPr/>
            </p:nvSpPr>
            <p:spPr>
              <a:xfrm>
                <a:off x="8525749" y="1675148"/>
                <a:ext cx="57009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DFD478-7362-A618-0211-84112F3F3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749" y="1675148"/>
                <a:ext cx="57009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367C760-2EEB-2415-AED2-961306033EA3}"/>
                  </a:ext>
                </a:extLst>
              </p:cNvPr>
              <p:cNvSpPr txBox="1"/>
              <p:nvPr/>
            </p:nvSpPr>
            <p:spPr>
              <a:xfrm>
                <a:off x="177666" y="5375211"/>
                <a:ext cx="31848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367C760-2EEB-2415-AED2-961306033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66" y="5375211"/>
                <a:ext cx="3184846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DAC4D3C-4907-0F5D-2676-32EBEFFB41BB}"/>
                  </a:ext>
                </a:extLst>
              </p:cNvPr>
              <p:cNvSpPr txBox="1"/>
              <p:nvPr/>
            </p:nvSpPr>
            <p:spPr>
              <a:xfrm>
                <a:off x="184252" y="5967337"/>
                <a:ext cx="43907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°−</m:t>
                              </m:r>
                              <m:sSub>
                                <m:sSub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DAC4D3C-4907-0F5D-2676-32EBEFFB4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52" y="5967337"/>
                <a:ext cx="43907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93F9EF-D257-E03C-8C29-32330C1FFAF7}"/>
                  </a:ext>
                </a:extLst>
              </p:cNvPr>
              <p:cNvSpPr txBox="1"/>
              <p:nvPr/>
            </p:nvSpPr>
            <p:spPr>
              <a:xfrm>
                <a:off x="4947170" y="5542284"/>
                <a:ext cx="7327519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func>
                                <m:func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60</m:t>
                                      </m:r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°−</m:t>
                                      </m:r>
                                      <m:func>
                                        <m:funcPr>
                                          <m:ctrlPr>
                                            <a:rPr lang="en-US" altLang="ko-KR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en-US" altLang="ko-KR" sz="2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800" b="0" i="0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2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2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altLang="ko-KR" sz="28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𝑛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𝑛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func>
                                                <m:funcPr>
                                                  <m:ctrlPr>
                                                    <a:rPr lang="en-US" altLang="ko-KR" sz="28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800" b="0" i="0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ko-KR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93F9EF-D257-E03C-8C29-32330C1FF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170" y="5542284"/>
                <a:ext cx="7327519" cy="96815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44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9CA9-4EC5-76B0-A79D-8F702D6E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09BE428D-7A62-9E6C-8B87-5A5A4C449AFF}"/>
              </a:ext>
            </a:extLst>
          </p:cNvPr>
          <p:cNvSpPr/>
          <p:nvPr/>
        </p:nvSpPr>
        <p:spPr>
          <a:xfrm>
            <a:off x="1834489" y="-990600"/>
            <a:ext cx="8866000" cy="7643102"/>
          </a:xfrm>
          <a:prstGeom prst="triangle">
            <a:avLst/>
          </a:prstGeom>
          <a:solidFill>
            <a:schemeClr val="accent1">
              <a:alpha val="41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40C0D78-818B-E909-5106-EE1EDFE2D164}"/>
              </a:ext>
            </a:extLst>
          </p:cNvPr>
          <p:cNvCxnSpPr>
            <a:endCxn id="4" idx="1"/>
          </p:cNvCxnSpPr>
          <p:nvPr/>
        </p:nvCxnSpPr>
        <p:spPr>
          <a:xfrm flipV="1">
            <a:off x="-2892479" y="2830953"/>
            <a:ext cx="6943468" cy="17050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8044975-84BA-D3F3-1CB6-80487C9992BE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4050989" y="2830951"/>
            <a:ext cx="4584371" cy="28534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5D7294B-F803-121E-0684-9CFBC20AB3A6}"/>
              </a:ext>
            </a:extLst>
          </p:cNvPr>
          <p:cNvCxnSpPr>
            <a:cxnSpLocks/>
          </p:cNvCxnSpPr>
          <p:nvPr/>
        </p:nvCxnSpPr>
        <p:spPr>
          <a:xfrm>
            <a:off x="8583936" y="3101401"/>
            <a:ext cx="8207519" cy="34158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0BD92F9-076B-969F-9185-B3698E709FA7}"/>
              </a:ext>
            </a:extLst>
          </p:cNvPr>
          <p:cNvCxnSpPr>
            <a:cxnSpLocks/>
          </p:cNvCxnSpPr>
          <p:nvPr/>
        </p:nvCxnSpPr>
        <p:spPr>
          <a:xfrm>
            <a:off x="3010678" y="2199379"/>
            <a:ext cx="2045672" cy="11547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DD40199-2533-A654-9637-03D41B034848}"/>
              </a:ext>
            </a:extLst>
          </p:cNvPr>
          <p:cNvCxnSpPr>
            <a:cxnSpLocks/>
          </p:cNvCxnSpPr>
          <p:nvPr/>
        </p:nvCxnSpPr>
        <p:spPr>
          <a:xfrm flipH="1">
            <a:off x="6458455" y="1623296"/>
            <a:ext cx="4768345" cy="27350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7BC5F5-510C-06A6-A450-17BCDCC649DB}"/>
                  </a:ext>
                </a:extLst>
              </p:cNvPr>
              <p:cNvSpPr txBox="1"/>
              <p:nvPr/>
            </p:nvSpPr>
            <p:spPr>
              <a:xfrm>
                <a:off x="2649291" y="2427449"/>
                <a:ext cx="722776" cy="655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7BC5F5-510C-06A6-A450-17BCDCC64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291" y="2427449"/>
                <a:ext cx="722776" cy="655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C10889-4E3A-4A42-D317-ED07DC985C04}"/>
                  </a:ext>
                </a:extLst>
              </p:cNvPr>
              <p:cNvSpPr txBox="1"/>
              <p:nvPr/>
            </p:nvSpPr>
            <p:spPr>
              <a:xfrm>
                <a:off x="5764928" y="-392869"/>
                <a:ext cx="1005120" cy="655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C10889-4E3A-4A42-D317-ED07DC985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928" y="-392869"/>
                <a:ext cx="1005120" cy="655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253636-2E5C-8527-5123-64250BE8252F}"/>
                  </a:ext>
                </a:extLst>
              </p:cNvPr>
              <p:cNvSpPr txBox="1"/>
              <p:nvPr/>
            </p:nvSpPr>
            <p:spPr>
              <a:xfrm>
                <a:off x="9328255" y="3072605"/>
                <a:ext cx="14289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253636-2E5C-8527-5123-64250BE82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255" y="3072605"/>
                <a:ext cx="1428981" cy="276999"/>
              </a:xfrm>
              <a:prstGeom prst="rect">
                <a:avLst/>
              </a:prstGeom>
              <a:blipFill>
                <a:blip r:embed="rId4"/>
                <a:stretch>
                  <a:fillRect l="-2128" r="-255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C06B418-1AA1-C8B5-8F90-17308CCC027D}"/>
                  </a:ext>
                </a:extLst>
              </p:cNvPr>
              <p:cNvSpPr txBox="1"/>
              <p:nvPr/>
            </p:nvSpPr>
            <p:spPr>
              <a:xfrm>
                <a:off x="2366947" y="5891559"/>
                <a:ext cx="1005120" cy="655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C06B418-1AA1-C8B5-8F90-17308CCC0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947" y="5891559"/>
                <a:ext cx="1005120" cy="6554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D60D82-D514-F15B-71B8-A3EDFB19076F}"/>
                  </a:ext>
                </a:extLst>
              </p:cNvPr>
              <p:cNvSpPr txBox="1"/>
              <p:nvPr/>
            </p:nvSpPr>
            <p:spPr>
              <a:xfrm>
                <a:off x="9453655" y="6064700"/>
                <a:ext cx="1005120" cy="655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D60D82-D514-F15B-71B8-A3EDFB190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655" y="6064700"/>
                <a:ext cx="1005120" cy="655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4D7265C-64A9-05B7-C29B-5E92046946F1}"/>
              </a:ext>
            </a:extLst>
          </p:cNvPr>
          <p:cNvCxnSpPr>
            <a:cxnSpLocks/>
          </p:cNvCxnSpPr>
          <p:nvPr/>
        </p:nvCxnSpPr>
        <p:spPr>
          <a:xfrm flipV="1">
            <a:off x="-2872005" y="704906"/>
            <a:ext cx="15650180" cy="3842972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1489218-3660-770F-3193-36F6F743ABD0}"/>
              </a:ext>
            </a:extLst>
          </p:cNvPr>
          <p:cNvCxnSpPr>
            <a:cxnSpLocks/>
          </p:cNvCxnSpPr>
          <p:nvPr/>
        </p:nvCxnSpPr>
        <p:spPr>
          <a:xfrm flipV="1">
            <a:off x="-2538767" y="2045157"/>
            <a:ext cx="15650180" cy="3842972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B0589A-6E9D-9B8F-F200-56EBE2557CF1}"/>
                  </a:ext>
                </a:extLst>
              </p:cNvPr>
              <p:cNvSpPr txBox="1"/>
              <p:nvPr/>
            </p:nvSpPr>
            <p:spPr>
              <a:xfrm>
                <a:off x="4857982" y="3031350"/>
                <a:ext cx="735371" cy="655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B0589A-6E9D-9B8F-F200-56EBE2557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982" y="3031350"/>
                <a:ext cx="735371" cy="655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206B31-B746-9BC0-FE38-035D59CE5570}"/>
                  </a:ext>
                </a:extLst>
              </p:cNvPr>
              <p:cNvSpPr txBox="1"/>
              <p:nvPr/>
            </p:nvSpPr>
            <p:spPr>
              <a:xfrm>
                <a:off x="5095516" y="2563158"/>
                <a:ext cx="1306192" cy="446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206B31-B746-9BC0-FE38-035D59CE5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516" y="2563158"/>
                <a:ext cx="1306192" cy="4465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DD4D85-7394-208B-2097-5E1C9DA4C8B2}"/>
                  </a:ext>
                </a:extLst>
              </p:cNvPr>
              <p:cNvSpPr txBox="1"/>
              <p:nvPr/>
            </p:nvSpPr>
            <p:spPr>
              <a:xfrm>
                <a:off x="6439131" y="3077783"/>
                <a:ext cx="1306192" cy="446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DD4D85-7394-208B-2097-5E1C9DA4C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31" y="3077783"/>
                <a:ext cx="1306192" cy="4465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397F7C-906F-A743-5260-C1ED665486DA}"/>
                  </a:ext>
                </a:extLst>
              </p:cNvPr>
              <p:cNvSpPr txBox="1"/>
              <p:nvPr/>
            </p:nvSpPr>
            <p:spPr>
              <a:xfrm>
                <a:off x="5849366" y="3690231"/>
                <a:ext cx="1498565" cy="446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397F7C-906F-A743-5260-C1ED66548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366" y="3690231"/>
                <a:ext cx="1498565" cy="4465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21A7C-F11A-7D40-06AA-B4E6CDD89962}"/>
                  </a:ext>
                </a:extLst>
              </p:cNvPr>
              <p:cNvSpPr txBox="1"/>
              <p:nvPr/>
            </p:nvSpPr>
            <p:spPr>
              <a:xfrm>
                <a:off x="9894854" y="2192710"/>
                <a:ext cx="1498565" cy="446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21A7C-F11A-7D40-06AA-B4E6CDD89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854" y="2192710"/>
                <a:ext cx="1498565" cy="4465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31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g. 2.1 The Principle of Transmission Gratings">
            <a:extLst>
              <a:ext uri="{FF2B5EF4-FFF2-40B4-BE49-F238E27FC236}">
                <a16:creationId xmlns:a16="http://schemas.microsoft.com/office/drawing/2014/main" id="{32048B28-8306-CFB2-BFB0-F31AD7855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30" y="105620"/>
            <a:ext cx="4653656" cy="601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DCD4EA-070B-B183-ED40-0D7D54CBFA3C}"/>
              </a:ext>
            </a:extLst>
          </p:cNvPr>
          <p:cNvSpPr txBox="1"/>
          <p:nvPr/>
        </p:nvSpPr>
        <p:spPr>
          <a:xfrm>
            <a:off x="159658" y="63830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https://www.shimadzu.com/opt/guide/diffraction/02.html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2350BE-54D7-92BB-59E8-8E4EF2A11140}"/>
                  </a:ext>
                </a:extLst>
              </p:cNvPr>
              <p:cNvSpPr txBox="1"/>
              <p:nvPr/>
            </p:nvSpPr>
            <p:spPr>
              <a:xfrm>
                <a:off x="6096000" y="1936328"/>
                <a:ext cx="4093621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2350BE-54D7-92BB-59E8-8E4EF2A11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36328"/>
                <a:ext cx="4093621" cy="96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CAC4D-1279-5B84-D3E5-C4B62718030F}"/>
                  </a:ext>
                </a:extLst>
              </p:cNvPr>
              <p:cNvSpPr txBox="1"/>
              <p:nvPr/>
            </p:nvSpPr>
            <p:spPr>
              <a:xfrm>
                <a:off x="6096000" y="3110918"/>
                <a:ext cx="5459251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CAC4D-1279-5B84-D3E5-C4B627180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110918"/>
                <a:ext cx="5459251" cy="968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F5AE87-EDF8-AAF2-2E24-883CC0A4FD94}"/>
                  </a:ext>
                </a:extLst>
              </p:cNvPr>
              <p:cNvSpPr txBox="1"/>
              <p:nvPr/>
            </p:nvSpPr>
            <p:spPr>
              <a:xfrm>
                <a:off x="5950093" y="4345928"/>
                <a:ext cx="6018764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F5AE87-EDF8-AAF2-2E24-883CC0A4F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093" y="4345928"/>
                <a:ext cx="6018764" cy="968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E7A86A-4246-F4BE-EB38-4070FD1DE322}"/>
                  </a:ext>
                </a:extLst>
              </p:cNvPr>
              <p:cNvSpPr txBox="1"/>
              <p:nvPr/>
            </p:nvSpPr>
            <p:spPr>
              <a:xfrm>
                <a:off x="6419178" y="701318"/>
                <a:ext cx="401847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E7A86A-4246-F4BE-EB38-4070FD1DE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178" y="701318"/>
                <a:ext cx="401847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963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105</Words>
  <Application>Microsoft Office PowerPoint</Application>
  <PresentationFormat>와이드스크린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Minho Lee</dc:creator>
  <cp:lastModifiedBy>Minho Lee</cp:lastModifiedBy>
  <cp:revision>1</cp:revision>
  <dcterms:created xsi:type="dcterms:W3CDTF">2025-04-06T10:21:53Z</dcterms:created>
  <dcterms:modified xsi:type="dcterms:W3CDTF">2025-04-06T11:34:27Z</dcterms:modified>
</cp:coreProperties>
</file>